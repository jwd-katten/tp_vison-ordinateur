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5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Arial"/>
              </a:defRPr>
            </a:pPr>
            <a:r>
              <a:t>Universite Sidi Mohamed Ben Abdellah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3D6B"/>
                </a:solidFill>
                <a:latin typeface="Arial"/>
              </a:defRPr>
            </a:pPr>
            <a:r>
              <a:t>TP2 : Reseaux de Neurones Convolutifs (CNN)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  <a:latin typeface="Arial"/>
              </a:defRPr>
            </a:pPr>
            <a:r>
              <a:t>Implementation en TensorFlow / Keras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Arial"/>
              </a:defRPr>
            </a:pPr>
            <a:r>
              <a:t>CNN VGG pour CIFAR-10  |  Transfer Learning pour Chat vs Chien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Transfer Learning — Theorie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Arial"/>
              </a:defRPr>
            </a:pPr>
            <a:r>
              <a:t>Reutiliser un modele pre-entraine pour une nouvelle tache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Modele entraine sur ImageNet (14M d'images)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Les couches basses = features generiques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  (contours, textures — utiles partout)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On remplace le classifieur final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On gele les couches du modele de base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• Seul le nouveau classifieur est entraine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Dans Keras 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  base_model = MobileNetV2(weights='imagenet',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                           include_top=False)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  base_model.trainable = False  # geler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  model = Sequential([base,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    GlobalAveragePooling2D(),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    Dropout(0.3),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    Dense(1, activation='sigmoid')])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Les 4 modeles compares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Modele          | Parametres | Avantage                     | Inconvenient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----------------|------------|------------------------------|------------------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MobileNetV2     | ~3.4M      | Leger, rapide, pour mobile   | Moins precis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VGG16           | ~138M      | Classique, facile a comprendre| Tres lourd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ResNet50        | ~25.6M     | Connexions residuelles       | Plus lent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EfficientNetB0  | ~5.3M      | Meilleur compromis           | Architecture complexe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Tous ont ete pre-entraines sur ImageNet.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On a remplace la couche de sortie par 1 neurone (sigmoid).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base_model.trainable = False → on ne modifie que le classifieur.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: Transfer Learning avec Keras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 err="1"/>
              <a:t>def</a:t>
            </a:r>
            <a:r>
              <a:rPr dirty="0"/>
              <a:t> </a:t>
            </a:r>
            <a:r>
              <a:rPr dirty="0" err="1"/>
              <a:t>create_model</a:t>
            </a:r>
            <a:r>
              <a:rPr dirty="0"/>
              <a:t>(name):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if name == 'MobileNetV2':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base = MobileNetV2(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    weights='</a:t>
            </a:r>
            <a:r>
              <a:rPr dirty="0" err="1"/>
              <a:t>imagenet</a:t>
            </a:r>
            <a:r>
              <a:rPr dirty="0"/>
              <a:t>',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include_top</a:t>
            </a:r>
            <a:r>
              <a:rPr dirty="0"/>
              <a:t>=False,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input_shape</a:t>
            </a:r>
            <a:r>
              <a:rPr dirty="0"/>
              <a:t>=(224,224,3))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base.trainable</a:t>
            </a:r>
            <a:r>
              <a:rPr dirty="0"/>
              <a:t> = False  # </a:t>
            </a:r>
            <a:r>
              <a:rPr dirty="0" err="1"/>
              <a:t>geler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model = </a:t>
            </a:r>
            <a:r>
              <a:rPr dirty="0" err="1"/>
              <a:t>models.Sequential</a:t>
            </a:r>
            <a:r>
              <a:rPr dirty="0"/>
              <a:t>([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base,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layers.GlobalAveragePooling2D(),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layers.Dropout</a:t>
            </a:r>
            <a:r>
              <a:rPr dirty="0"/>
              <a:t>(0.3),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layers.Dense</a:t>
            </a:r>
            <a:r>
              <a:rPr dirty="0"/>
              <a:t>(1, activation='sigmoid'),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])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model.compile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optimizer='</a:t>
            </a:r>
            <a:r>
              <a:rPr dirty="0" err="1"/>
              <a:t>adam</a:t>
            </a:r>
            <a:r>
              <a:rPr dirty="0"/>
              <a:t>',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loss='</a:t>
            </a:r>
            <a:r>
              <a:rPr dirty="0" err="1"/>
              <a:t>binary_crossentropy</a:t>
            </a:r>
            <a:r>
              <a:rPr dirty="0"/>
              <a:t>',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metrics=['accuracy'])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return model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Entrainement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history = </a:t>
            </a:r>
            <a:r>
              <a:rPr dirty="0" err="1"/>
              <a:t>model.fit</a:t>
            </a:r>
            <a:r>
              <a:rPr dirty="0"/>
              <a:t>(</a:t>
            </a:r>
            <a:r>
              <a:rPr dirty="0" err="1"/>
              <a:t>train_data</a:t>
            </a:r>
            <a:r>
              <a:rPr dirty="0"/>
              <a:t>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            epochs=10,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rPr dirty="0"/>
              <a:t>                    </a:t>
            </a:r>
            <a:r>
              <a:rPr dirty="0" err="1"/>
              <a:t>validation_data</a:t>
            </a:r>
            <a:r>
              <a:rPr dirty="0"/>
              <a:t>=</a:t>
            </a:r>
            <a:r>
              <a:rPr dirty="0" err="1"/>
              <a:t>val_data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Dataset Cats vs Dogs : 25 000 images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  </a:t>
            </a:r>
            <a:r>
              <a:rPr dirty="0" err="1"/>
              <a:t>Redimensionnees</a:t>
            </a:r>
            <a:r>
              <a:rPr dirty="0"/>
              <a:t> a 224x224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  Split : 80% train, 10% </a:t>
            </a:r>
            <a:r>
              <a:rPr dirty="0" err="1"/>
              <a:t>val</a:t>
            </a:r>
            <a:r>
              <a:rPr dirty="0"/>
              <a:t>, 10% test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binary_crossentropy</a:t>
            </a:r>
            <a:r>
              <a:rPr dirty="0"/>
              <a:t> : </a:t>
            </a:r>
            <a:r>
              <a:rPr dirty="0" err="1"/>
              <a:t>perte</a:t>
            </a:r>
            <a:r>
              <a:rPr dirty="0"/>
              <a:t> pour 2 classes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sigmoid : output entre 0 et 1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ImageDataGenerator</a:t>
            </a:r>
            <a:r>
              <a:rPr dirty="0"/>
              <a:t> : data augmentation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EarlyStopping</a:t>
            </a:r>
            <a:r>
              <a:rPr dirty="0"/>
              <a:t> : </a:t>
            </a:r>
            <a:r>
              <a:rPr dirty="0" err="1"/>
              <a:t>arreter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pas </a:t>
            </a:r>
            <a:r>
              <a:rPr dirty="0" err="1"/>
              <a:t>d'amélioration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Resultats — Comparaison des 4 modeles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16" y="1321559"/>
            <a:ext cx="6290078" cy="391134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86" y="1647485"/>
            <a:ext cx="5246248" cy="2951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Interprétation — Transfer Learning (Chat vs Chien)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Pourquoi le Transfer Learning est efficace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Les modèles pré-entraînés sur ImageNet ont déjà appris des features universelles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Les premières couches détectent contours, textures, formes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Seul le classifieur final est adapté à Chat/Chien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Résultat : meilleure performance avec moins de données et moins d'entraînement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Comparaison des modèles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MobileNetV2 : le plus rapide, bon pour mobile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VGG16 : classique, simple mais lourd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ResNet50 : très profond, excellent pour features complexes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EfficientNetB0 : meilleur compromis précision/vitesse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Tous devraient atteindre &gt;90% sur Chat/Chien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Data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206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Rotation, flip, zoom augmentent la diversité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Réduit le surapprentissage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Le modèle devient plus robuste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Indispensable quand le dataset est petit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Interprétation — Mini-Projet YOLOv8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Résultats de la détection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21 objets détectés sur l'image bus.jpg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Classes trouvées : person (12), car (3), bus (2), truck (1), handbag (1)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Confiance varie de 25% à 92%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Les objets principaux (bus, voitures) ont une confiance élevée (&gt;80%)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Les petits objets ou éloignés ont une confiance plus faible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Analyse par classe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Personnes : 12 détectées (confiance 26%-88%)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Les personnes proches sont bien détectées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Celles à l'arrière-plan ont moins de confiance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Bus : 2 détectés (confiance 72%-92%)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Très bonne détection des gros objets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Voitures : 3 détectées (confiance 54%-85%)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  → Bonne détection malgré la taille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Limites observées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663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Certains objets proches sont fusionnés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Les petits objets (handbag) ont une faible confiance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Le modèle peut se tromper sur les classes similaires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• La vitesse est excellente (&lt; 1 seconde par image)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692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HP Z240</cp:lastModifiedBy>
  <cp:revision>4</cp:revision>
  <dcterms:created xsi:type="dcterms:W3CDTF">2013-01-27T09:14:16Z</dcterms:created>
  <dcterms:modified xsi:type="dcterms:W3CDTF">2026-07-20T19:46:12Z</dcterms:modified>
  <cp:category/>
</cp:coreProperties>
</file>